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365D"/>
                </a:solidFill>
              </a:rPr>
              <a:t>医院管理课程</a:t>
            </a:r>
            <a:endParaRPr lang="en-US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365D"/>
                </a:solidFill>
              </a:rPr>
              <a:t>课程目标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D3748"/>
                </a:solidFill>
              </a:rPr>
              <a:t>• 掌握医疗质量管理体系的构成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1554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D3748"/>
                </a:solidFill>
              </a:rPr>
              <a:t>• 熟悉质量管理工具与方法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20116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D3748"/>
                </a:solidFill>
              </a:rPr>
              <a:t>• 了解患者安全目标与措施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365D"/>
                </a:solidFill>
              </a:rPr>
              <a:t>质量管理体系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solidFill>
            <a:srgbClr val="2C5282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058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医疗质量是指医疗服务在满足患者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8229600" cy="3200400"/>
          </a:xfrm>
          <a:prstGeom prst="rect">
            <a:avLst/>
          </a:prstGeom>
          <a:solidFill>
            <a:srgbClr val="F7FAFC"/>
          </a:solidFill>
          <a:ln w="25400">
            <a:solidFill>
              <a:srgbClr val="2C52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01168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</a:rPr>
              <a:t>内容: 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365D"/>
                </a:solidFill>
              </a:rPr>
              <a:t>PDCA循环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1371600" y="1097280"/>
            <a:ext cx="5486400" cy="548640"/>
          </a:xfrm>
          <a:prstGeom prst="roundRect">
            <a:avLst/>
          </a:prstGeom>
          <a:solidFill>
            <a:srgbClr val="4299E1"/>
          </a:solidFill>
          <a:ln/>
        </p:spPr>
      </p:sp>
      <p:sp>
        <p:nvSpPr>
          <p:cNvPr id="4" name="Text 2"/>
          <p:cNvSpPr/>
          <p:nvPr/>
        </p:nvSpPr>
        <p:spPr>
          <a:xfrm>
            <a:off x="1371600" y="11887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计划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371600" y="1828800"/>
            <a:ext cx="5486400" cy="548640"/>
          </a:xfrm>
          <a:prstGeom prst="roundRect">
            <a:avLst/>
          </a:prstGeom>
          <a:solidFill>
            <a:srgbClr val="4299E1"/>
          </a:solidFill>
          <a:ln/>
        </p:spPr>
      </p:sp>
      <p:sp>
        <p:nvSpPr>
          <p:cNvPr id="6" name="Text 4"/>
          <p:cNvSpPr/>
          <p:nvPr/>
        </p:nvSpPr>
        <p:spPr>
          <a:xfrm>
            <a:off x="1371600" y="19202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执行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371600" y="2560320"/>
            <a:ext cx="5486400" cy="548640"/>
          </a:xfrm>
          <a:prstGeom prst="roundRect">
            <a:avLst/>
          </a:prstGeom>
          <a:solidFill>
            <a:srgbClr val="4299E1"/>
          </a:solidFill>
          <a:ln/>
        </p:spPr>
      </p:sp>
      <p:sp>
        <p:nvSpPr>
          <p:cNvPr id="8" name="Text 6"/>
          <p:cNvSpPr/>
          <p:nvPr/>
        </p:nvSpPr>
        <p:spPr>
          <a:xfrm>
            <a:off x="1371600" y="26517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检查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371600" y="3291840"/>
            <a:ext cx="5486400" cy="548640"/>
          </a:xfrm>
          <a:prstGeom prst="roundRect">
            <a:avLst/>
          </a:prstGeom>
          <a:solidFill>
            <a:srgbClr val="4299E1"/>
          </a:solidFill>
          <a:ln/>
        </p:spPr>
      </p:sp>
      <p:sp>
        <p:nvSpPr>
          <p:cNvPr id="10" name="Text 8"/>
          <p:cNvSpPr/>
          <p:nvPr/>
        </p:nvSpPr>
        <p:spPr>
          <a:xfrm>
            <a:off x="1371600" y="33832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处理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371600" y="4023360"/>
            <a:ext cx="5486400" cy="548640"/>
          </a:xfrm>
          <a:prstGeom prst="roundRect">
            <a:avLst/>
          </a:prstGeom>
          <a:solidFill>
            <a:srgbClr val="4299E1"/>
          </a:solidFill>
          <a:ln/>
        </p:spPr>
      </p:sp>
      <p:sp>
        <p:nvSpPr>
          <p:cNvPr id="12" name="Text 10"/>
          <p:cNvSpPr/>
          <p:nvPr/>
        </p:nvSpPr>
        <p:spPr>
          <a:xfrm>
            <a:off x="1371600" y="41148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计划: 制定目标和计划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1371600" y="4754880"/>
            <a:ext cx="5486400" cy="548640"/>
          </a:xfrm>
          <a:prstGeom prst="roundRect">
            <a:avLst/>
          </a:prstGeom>
          <a:solidFill>
            <a:srgbClr val="4299E1"/>
          </a:solidFill>
          <a:ln/>
        </p:spPr>
      </p:sp>
      <p:sp>
        <p:nvSpPr>
          <p:cNvPr id="14" name="Text 12"/>
          <p:cNvSpPr/>
          <p:nvPr/>
        </p:nvSpPr>
        <p:spPr>
          <a:xfrm>
            <a:off x="1371600" y="48463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执行: 实施计划内容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1371600" y="5486400"/>
            <a:ext cx="5486400" cy="548640"/>
          </a:xfrm>
          <a:prstGeom prst="roundRect">
            <a:avLst/>
          </a:prstGeom>
          <a:solidFill>
            <a:srgbClr val="4299E1"/>
          </a:solidFill>
          <a:ln/>
        </p:spPr>
      </p:sp>
      <p:sp>
        <p:nvSpPr>
          <p:cNvPr id="16" name="Text 14"/>
          <p:cNvSpPr/>
          <p:nvPr/>
        </p:nvSpPr>
        <p:spPr>
          <a:xfrm>
            <a:off x="1371600" y="55778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检查: 评估执行效果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1371600" y="6217920"/>
            <a:ext cx="5486400" cy="548640"/>
          </a:xfrm>
          <a:prstGeom prst="roundRect">
            <a:avLst/>
          </a:prstGeom>
          <a:solidFill>
            <a:srgbClr val="4299E1"/>
          </a:solidFill>
          <a:ln/>
        </p:spPr>
      </p:sp>
      <p:sp>
        <p:nvSpPr>
          <p:cNvPr id="18" name="Text 16"/>
          <p:cNvSpPr/>
          <p:nvPr/>
        </p:nvSpPr>
        <p:spPr>
          <a:xfrm>
            <a:off x="1371600" y="63093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处理: 总结经验改进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365D"/>
                </a:solidFill>
              </a:rPr>
              <a:t>质量维度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7315200" cy="457200"/>
          </a:xfrm>
          <a:prstGeom prst="rect">
            <a:avLst/>
          </a:prstGeom>
          <a:solidFill>
            <a:srgbClr val="2C5282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1887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维度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206240" y="11887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内容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</a:rPr>
              <a:t>------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206240" y="16459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</a:rPr>
              <a:t>------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201168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</a:rPr>
              <a:t>结构质量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206240" y="201168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</a:rPr>
              <a:t>人员、设备、制度、环境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23774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</a:rPr>
              <a:t>过程质量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206240" y="23774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</a:rPr>
              <a:t>诊疗流程、操作规范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27432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</a:rPr>
              <a:t>结果质量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206240" y="27432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</a:rPr>
              <a:t>诊疗效果、患者结局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365D"/>
                </a:solidFill>
              </a:rPr>
              <a:t>总结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D3748"/>
                </a:solidFill>
              </a:rPr>
              <a:t>• 质量管理是医院管理的核心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1554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D3748"/>
                </a:solidFill>
              </a:rPr>
              <a:t>• 需要全员参与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20116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D3748"/>
                </a:solidFill>
              </a:rPr>
              <a:t>• 持续改进是目标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2026-02-28T10:02:15Z</dcterms:created>
  <dcterms:modified xsi:type="dcterms:W3CDTF">2026-02-28T10:02:15Z</dcterms:modified>
</cp:coreProperties>
</file>