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A365D"/>
                </a:solidFill>
              </a:rPr>
              <a:t>医院医疗质量与安全管理课程详细教案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医疗质量定义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医疗质量定义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医疗质量是指医疗服务在满足患者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及其家属健康需求方面所达到的程度，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包括医疗技术质量和服务质量。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狭义：诊疗质量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医疗质量管理体系架构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医疗质量管理体系架构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质量方针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质量目标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质量文化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质量管理体系文件层级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质量管理体系文件层级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第一层：质量手册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（质量方针、质量目标、体系框架）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第二层：程序文件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（管理制度、操作流程）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各层级质量职责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各层级质量职责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院级层面：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 制定质量方针目标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 配置资源保障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└─ 考核评价监督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PDCA循环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PDCA循环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计划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└────┬─────┘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柏拉图应用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柏拉图应用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用途：找出主要问题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原理：80%问题由20%原因导致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做法：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1. 收集数据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患者安全目标（2023版）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患者安全目标（2023版）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1. 正确识别患者身份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2. 强化手术安全核查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3. 确保用药安全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4. 减少医院相关性感染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医疗安全风险识别方法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医疗安全风险识别方法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1. 不良事件报告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- 自愿报告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- 强制报告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2. 风险评估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不良事件闭环管理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不良事件闭环管理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事件    ←─┐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报告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└────┬─────┘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围手术期安全管理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围手术期安全管理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─────────────────────────────────────────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术前：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 手术指征评估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 手术知情同意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─ 术前准备核查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2026-02-28T09:47:26Z</dcterms:created>
  <dcterms:modified xsi:type="dcterms:W3CDTF">2026-02-28T09:47:26Z</dcterms:modified>
</cp:coreProperties>
</file>