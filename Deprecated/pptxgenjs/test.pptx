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A365D"/>
                </a:solidFill>
              </a:rPr>
              <a:t>测试页面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3657600" cy="1828800"/>
          </a:xfrm>
          <a:prstGeom prst="rect">
            <a:avLst/>
          </a:prstGeom>
          <a:solidFill>
            <a:srgbClr val="F7FAFC"/>
          </a:solidFill>
          <a:ln w="38100">
            <a:solidFill>
              <a:srgbClr val="2C52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645920"/>
            <a:ext cx="3291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748"/>
                </a:solidFill>
              </a:rPr>
              <a:t>这是一个测试方框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2026-02-28T09:42:34Z</dcterms:created>
  <dcterms:modified xsi:type="dcterms:W3CDTF">2026-02-28T09:42:34Z</dcterms:modified>
</cp:coreProperties>
</file>